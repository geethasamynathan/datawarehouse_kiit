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Need, Terminology, and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Business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Definition: BI is a set of processes for data analysis and information management.</a:t>
            </a:r>
          </a:p>
          <a:p>
            <a:pPr>
              <a:defRPr sz="2000"/>
            </a:pPr>
            <a:r>
              <a:t>Purpose: To support better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Organizations Require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Data-Driven Decisions: Make informed decisions.</a:t>
            </a:r>
          </a:p>
          <a:p>
            <a:pPr>
              <a:defRPr sz="2000"/>
            </a:pPr>
            <a:r>
              <a:t>Competitive Advantage: Stay ahead of competitors.</a:t>
            </a:r>
          </a:p>
          <a:p>
            <a:pPr>
              <a:defRPr sz="2000"/>
            </a:pPr>
            <a:r>
              <a:t>Operational Efficiency: Improve processes and reduce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 of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Retail: Inventory and customer analytics.</a:t>
            </a:r>
          </a:p>
          <a:p>
            <a:pPr>
              <a:defRPr sz="2000"/>
            </a:pPr>
            <a:r>
              <a:t>Healthcare: Patient care optimization.</a:t>
            </a:r>
          </a:p>
          <a:p>
            <a:pPr>
              <a:defRPr sz="2000"/>
            </a:pPr>
            <a:r>
              <a:t>Finance: Risk and fraud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BI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Warehouse: Central data repository.</a:t>
            </a:r>
          </a:p>
          <a:p>
            <a:pPr>
              <a:defRPr sz="2000"/>
            </a:pPr>
            <a:r>
              <a:t>ETL: Extract, Transform, Load process.</a:t>
            </a:r>
          </a:p>
          <a:p>
            <a:pPr>
              <a:defRPr sz="2000"/>
            </a:pPr>
            <a:r>
              <a:t>OLAP: Multidimensional data analysis.</a:t>
            </a:r>
          </a:p>
          <a:p>
            <a:pPr>
              <a:defRPr sz="2000"/>
            </a:pPr>
            <a:r>
              <a:t>Data Mining: Pattern discovery.</a:t>
            </a:r>
          </a:p>
          <a:p>
            <a:pPr>
              <a:defRPr sz="2000"/>
            </a:pPr>
            <a:r>
              <a:t>Dashboard: Visual KPI representation.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vs. Business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BI: Descriptive analytics - What has happened.</a:t>
            </a:r>
          </a:p>
          <a:p>
            <a:pPr>
              <a:defRPr sz="2000"/>
            </a:pPr>
            <a:r>
              <a:t>BA: Predictive and prescriptive - What could or should happen.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Sources: Internal and external.</a:t>
            </a:r>
          </a:p>
          <a:p>
            <a:pPr>
              <a:defRPr sz="2000"/>
            </a:pPr>
            <a:r>
              <a:t>Data Integration Tools: ETL processes.</a:t>
            </a:r>
          </a:p>
          <a:p>
            <a:pPr>
              <a:defRPr sz="2000"/>
            </a:pPr>
            <a:r>
              <a:t>Data Warehouses: Centralized data storage.</a:t>
            </a:r>
          </a:p>
          <a:p>
            <a:pPr>
              <a:defRPr sz="2000"/>
            </a:pPr>
            <a:r>
              <a:t>Analytics Tools: OLAP, data mining.</a:t>
            </a:r>
          </a:p>
          <a:p>
            <a:pPr>
              <a:defRPr sz="2000"/>
            </a:pPr>
            <a:r>
              <a:t>Reporting Tools: Dashboards and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Popular Tools: Tableau, Power BI, QlikView.</a:t>
            </a:r>
          </a:p>
          <a:p>
            <a:pPr>
              <a:defRPr sz="2000"/>
            </a:pPr>
            <a:r>
              <a:t>Selection Criteria: Usability, scalability,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Implementing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Better Decision Making: Real-time insights.</a:t>
            </a:r>
          </a:p>
          <a:p>
            <a:pPr>
              <a:defRPr sz="2000"/>
            </a:pPr>
            <a:r>
              <a:t>Efficiency Gains: Less manual reporting.</a:t>
            </a:r>
          </a:p>
          <a:p>
            <a:pPr>
              <a:defRPr sz="2000"/>
            </a:pPr>
            <a:r>
              <a:t>Improved Customer Experience: Data-driven personalization.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BI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Quality: Inaccurate data impacts insights.</a:t>
            </a:r>
          </a:p>
          <a:p>
            <a:pPr>
              <a:defRPr sz="2000"/>
            </a:pPr>
            <a:r>
              <a:t>Cost: High setup and training expenses.</a:t>
            </a:r>
          </a:p>
          <a:p>
            <a:pPr>
              <a:defRPr sz="2000"/>
            </a:pPr>
            <a:r>
              <a:t>Change Resistance: User adoption barriers.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AI Integration: Advanced analytics.</a:t>
            </a:r>
          </a:p>
          <a:p>
            <a:pPr>
              <a:defRPr sz="2000"/>
            </a:pPr>
            <a:r>
              <a:t>Self-Service BI: Empowering all users.</a:t>
            </a:r>
          </a:p>
          <a:p>
            <a:pPr>
              <a:defRPr sz="2000"/>
            </a:pPr>
            <a:r>
              <a:t>Mobile BI: Access on-the-go.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BI is critical for informed decisions and competitive advantage.</a:t>
            </a:r>
          </a:p>
          <a:p>
            <a:pPr>
              <a:defRPr sz="2000"/>
            </a:pPr>
            <a:r>
              <a:t>Evaluate and adopt BI tools as per business needs.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Open the floor for questions and discussions.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